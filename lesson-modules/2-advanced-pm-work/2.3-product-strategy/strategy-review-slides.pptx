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TaskFlow H1 2026 AI Product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 AI PM •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Strategic Bet: AI-native productivity platform for SMB teams</a:t>
            </a:r>
          </a:p>
          <a:p>
            <a:pPr>
              <a:defRPr sz="1800"/>
            </a:pPr>
            <a:r>
              <a:t>Partner with OpenAI/Google for foundational AI</a:t>
            </a:r>
          </a:p>
          <a:p>
            <a:pPr>
              <a:defRPr sz="1800"/>
            </a:pPr>
            <a:r>
              <a:t>Focus team (4-5 engineers) on TaskFlow workflows</a:t>
            </a:r>
          </a:p>
          <a:p>
            <a:pPr>
              <a:defRPr sz="1800"/>
            </a:pPr>
            <a:r>
              <a:t>Bundle AI: $18/user/month with trial access</a:t>
            </a:r>
          </a:p>
          <a:p>
            <a:pPr>
              <a:defRPr sz="1800"/>
            </a:pPr>
            <a:r>
              <a:t>Rapid iteration on core features</a:t>
            </a:r>
          </a:p>
          <a:p>
            <a:pPr>
              <a:defRPr sz="1800"/>
            </a:pPr>
            <a:r>
              <a:t>H1 2026: AI-native UI + 2 core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Everyone has AI, no clear winner</a:t>
            </a:r>
          </a:p>
          <a:p>
            <a:pPr>
              <a:defRPr sz="1800"/>
            </a:pPr>
            <a:r>
              <a:t>Notion: Walled garden, no real-time data</a:t>
            </a:r>
          </a:p>
          <a:p>
            <a:pPr>
              <a:defRPr sz="1800"/>
            </a:pPr>
            <a:r>
              <a:t>Linear: Only dev teams</a:t>
            </a:r>
          </a:p>
          <a:p>
            <a:pPr>
              <a:defRPr sz="1800"/>
            </a:pPr>
            <a:r>
              <a:t>Asana: Enterprise focus, poor support</a:t>
            </a:r>
          </a:p>
          <a:p>
            <a:pPr>
              <a:defRPr sz="1800"/>
            </a:pPr>
            <a:r>
              <a:t>Gap: Real-time integration, SMB AI</a:t>
            </a:r>
          </a:p>
          <a:p>
            <a:pPr>
              <a:defRPr sz="1800"/>
            </a:pPr>
            <a:r>
              <a:t>TaskFlow advantage: Underserved SMB market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82296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Gap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Notion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Knowledge</a:t>
                      </a:r>
                    </a:p>
                    <a:p>
                      <a:r>
                        <a:t>20M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Walled garden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Integration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Dev teams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Narrow 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Cross-functional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Asana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Poor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SMB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TaskFlow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SMB focused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AI-native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PARTNER for AI (OpenAI/Google)</a:t>
            </a:r>
          </a:p>
          <a:p>
            <a:pPr>
              <a:defRPr sz="1800"/>
            </a:pPr>
            <a:r>
              <a:t>2. STICK to roadmap</a:t>
            </a:r>
          </a:p>
          <a:p>
            <a:pPr>
              <a:defRPr sz="1800"/>
            </a:pPr>
            <a:r>
              <a:t>3. BUNDLE AI premium tier ($18)</a:t>
            </a:r>
          </a:p>
          <a:p>
            <a:pPr>
              <a:defRPr sz="1800"/>
            </a:pPr>
            <a:r>
              <a:t>4. REBUILD as AI-native</a:t>
            </a:r>
          </a:p>
          <a:p>
            <a:pPr>
              <a:defRPr sz="1800"/>
            </a:pPr>
            <a:r>
              <a:t>5. FOCUS + rapid iteration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We're NOT Doing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❌ NOT building AI ourselves</a:t>
            </a:r>
          </a:p>
          <a:p>
            <a:pPr>
              <a:defRPr sz="1800"/>
            </a:pPr>
            <a:r>
              <a:t>❌ NOT chasing competitors</a:t>
            </a:r>
          </a:p>
          <a:p>
            <a:pPr>
              <a:defRPr sz="1800"/>
            </a:pPr>
            <a:r>
              <a:t>❌ NOT targeting enterprise</a:t>
            </a:r>
          </a:p>
          <a:p>
            <a:pPr>
              <a:defRPr sz="1800"/>
            </a:pPr>
            <a:r>
              <a:t>❌ NOT spreading AI thin</a:t>
            </a:r>
          </a:p>
          <a:p>
            <a:pPr>
              <a:defRPr sz="1800"/>
            </a:pPr>
            <a:r>
              <a:t>❌ NOT moving slow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Strategy = saying 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Roadmap: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1600"/>
            </a:pPr>
            <a:r>
              <a:t>Weeks 1-4: Partner Integration</a:t>
            </a:r>
            <a:br/>
            <a:r>
              <a:t>  OpenAI/Google APIs, &lt;$3/user</a:t>
            </a:r>
          </a:p>
          <a:p>
            <a:pPr>
              <a:spcAft>
                <a:spcPts val="1200"/>
              </a:spcAft>
              <a:defRPr sz="1600"/>
            </a:pPr>
            <a:r>
              <a:t>Weeks 1-8: Hire Team</a:t>
            </a:r>
            <a:br/>
            <a:r>
              <a:t>  Add 2-3 engineers (total 4-5)</a:t>
            </a:r>
          </a:p>
          <a:p>
            <a:pPr>
              <a:spcAft>
                <a:spcPts val="1200"/>
              </a:spcAft>
              <a:defRPr sz="1600"/>
            </a:pPr>
            <a:r>
              <a:t>Weeks 5-12: AI-Native UI</a:t>
            </a:r>
            <a:br/>
            <a:r>
              <a:t>  Beta to 10% users</a:t>
            </a:r>
          </a:p>
          <a:p>
            <a:pPr>
              <a:spcAft>
                <a:spcPts val="1200"/>
              </a:spcAft>
              <a:defRPr sz="1600"/>
            </a:pPr>
            <a:r>
              <a:t>Weeks 6-12: Task Breakdown</a:t>
            </a:r>
            <a:br/>
            <a:r>
              <a:t>  Intelligent workflow + voice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Roadmap: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1600"/>
            </a:pPr>
            <a:r>
              <a:t>Weeks 1-4: GA Launch</a:t>
            </a:r>
            <a:br/>
            <a:r>
              <a:t>  AI-Native UI, $18/user, 14-day trial</a:t>
            </a:r>
          </a:p>
          <a:p>
            <a:pPr>
              <a:spcAft>
                <a:spcPts val="1200"/>
              </a:spcAft>
              <a:defRPr sz="1600"/>
            </a:pPr>
            <a:r>
              <a:t>Weeks 5-12: Real-Time Integration</a:t>
            </a:r>
            <a:br/>
            <a:r>
              <a:t>  Slack, GitHub, Drive</a:t>
            </a:r>
          </a:p>
          <a:p>
            <a:pPr>
              <a:spcAft>
                <a:spcPts val="1200"/>
              </a:spcAft>
              <a:defRPr sz="1600"/>
            </a:pPr>
            <a:r>
              <a:t>Weeks 6-12: AI Learning</a:t>
            </a:r>
            <a:br/>
            <a:r>
              <a:t>  Team-specific models</a:t>
            </a:r>
          </a:p>
          <a:p>
            <a:pPr>
              <a:spcAft>
                <a:spcPts val="1200"/>
              </a:spcAft>
              <a:defRPr sz="1600"/>
            </a:pPr>
            <a:r>
              <a:t>Ongoing: Performance</a:t>
            </a:r>
            <a:br/>
            <a:r>
              <a:t>  2,000+ customers, &lt;2sec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When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Partner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&lt;$3/user/month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End Q1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Team Expansion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4-5 engineers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Week 8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Beta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NPS &gt;40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End Q1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GA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80% migrated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End Q2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40% trials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End Q2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APIs sufficient (&lt;$3/user)</a:t>
            </a:r>
          </a:p>
          <a:p>
            <a:pPr>
              <a:defRPr sz="1800"/>
            </a:pPr>
            <a:r>
              <a:t>2. Can hire 2-3 engineers in Q1</a:t>
            </a:r>
          </a:p>
          <a:p>
            <a:pPr>
              <a:defRPr sz="1800"/>
            </a:pPr>
            <a:r>
              <a:t>3. Users embrace AI-native (NPS &gt;40)</a:t>
            </a:r>
          </a:p>
          <a:p>
            <a:pPr>
              <a:defRPr sz="1800"/>
            </a:pPr>
            <a:r>
              <a:t>4. Premium converts 40% trials</a:t>
            </a:r>
          </a:p>
          <a:p>
            <a:pPr>
              <a:defRPr sz="1800"/>
            </a:pPr>
            <a:r>
              <a:t>5. AI-native is defensible</a:t>
            </a:r>
          </a:p>
          <a:p>
            <a:pPr>
              <a:defRPr sz="1800"/>
            </a:pPr>
            <a:r>
              <a:t>6. $50k/quarter sufficient for 2K customers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vs. Notion:</a:t>
            </a:r>
          </a:p>
          <a:p>
            <a:pPr>
              <a:defRPr sz="1600"/>
            </a:pPr>
            <a:r>
              <a:t>• Real-time integration</a:t>
            </a:r>
          </a:p>
          <a:p>
            <a:pPr>
              <a:defRPr sz="1600"/>
            </a:pPr>
            <a:r>
              <a:t>• SMB pricing</a:t>
            </a:r>
          </a:p>
          <a:p>
            <a:pPr>
              <a:defRPr sz="1600"/>
            </a:pPr>
            <a:r>
              <a:t>• Performance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vs. Linear:</a:t>
            </a:r>
          </a:p>
          <a:p>
            <a:pPr>
              <a:defRPr sz="1600"/>
            </a:pPr>
            <a:r>
              <a:t>• Cross-functional</a:t>
            </a:r>
          </a:p>
          <a:p>
            <a:pPr>
              <a:defRPr sz="1600"/>
            </a:pPr>
            <a:r>
              <a:t>• AI breadth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vs. Asana:</a:t>
            </a:r>
          </a:p>
          <a:p>
            <a:pPr>
              <a:defRPr sz="1600"/>
            </a:pPr>
            <a:r>
              <a:t>• Simple setup</a:t>
            </a:r>
          </a:p>
          <a:p>
            <a:pPr>
              <a:defRPr sz="1600"/>
            </a:pPr>
            <a:r>
              <a:t>• Support</a:t>
            </a:r>
          </a:p>
          <a:p>
            <a:pPr>
              <a:defRPr sz="1600"/>
            </a:pPr>
            <a:r>
              <a:t>• Transparent pricing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Our Moats:</a:t>
            </a:r>
          </a:p>
          <a:p>
            <a:pPr>
              <a:defRPr sz="1600"/>
            </a:pPr>
            <a:r>
              <a:t>• Partner speed</a:t>
            </a:r>
          </a:p>
          <a:p>
            <a:pPr>
              <a:defRPr sz="1600"/>
            </a:pPr>
            <a:r>
              <a:t>• SMB focus</a:t>
            </a:r>
          </a:p>
          <a:p>
            <a:pPr>
              <a:defRPr sz="1600"/>
            </a:pPr>
            <a:r>
              <a:t>• AI-native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02870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Mitigation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Customer rejection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(20-30% churn)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Phased rollout, fallback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API limits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Multi-provider, optimize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Hiring delays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Remote-first, reduce scope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Approve H1 2026 AI Strategy</a:t>
            </a:r>
          </a:p>
          <a:p>
            <a:pPr>
              <a:defRPr sz="1800"/>
            </a:pPr>
            <a:r>
              <a:t>✅ Budget: $50k/quarter + hiring</a:t>
            </a:r>
          </a:p>
          <a:p>
            <a:pPr>
              <a:defRPr sz="1800"/>
            </a:pPr>
            <a:r>
              <a:t>✅ Hire 2-3 AI engineers</a:t>
            </a:r>
          </a:p>
          <a:p>
            <a:pPr>
              <a:defRPr sz="1800"/>
            </a:pPr>
            <a:r>
              <a:t>✅ Support partnerships</a:t>
            </a:r>
          </a:p>
          <a:p>
            <a:pPr>
              <a:defRPr sz="1800"/>
            </a:pPr>
            <a:r>
              <a:t>✅ Customer communication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Next Steps:</a:t>
            </a:r>
          </a:p>
          <a:p>
            <a:pPr>
              <a:defRPr sz="1800"/>
            </a:pPr>
            <a:r>
              <a:t>• Finalize partnerships • Launch hiring • Begin Q1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